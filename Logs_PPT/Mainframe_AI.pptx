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9" r:id="rId4"/>
    <p:sldId id="270" r:id="rId5"/>
    <p:sldId id="271" r:id="rId6"/>
    <p:sldId id="258" r:id="rId7"/>
    <p:sldId id="259" r:id="rId8"/>
    <p:sldId id="260" r:id="rId9"/>
    <p:sldId id="261" r:id="rId10"/>
    <p:sldId id="267" r:id="rId11"/>
    <p:sldId id="262" r:id="rId12"/>
    <p:sldId id="263" r:id="rId13"/>
    <p:sldId id="264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4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7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5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1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817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0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5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67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92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25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69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4097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59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692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3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60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1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921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AI for Mainframe Log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Mainframe job logs are complex and highly unstructured</a:t>
            </a:r>
          </a:p>
          <a:p>
            <a:r>
              <a:rPr dirty="0"/>
              <a:t> Root cause analysis requires deep SME knowledge</a:t>
            </a:r>
          </a:p>
          <a:p>
            <a:r>
              <a:rPr dirty="0"/>
              <a:t> New engineers struggle with ABEND and RC interpretation</a:t>
            </a:r>
          </a:p>
          <a:p>
            <a:r>
              <a:rPr dirty="0"/>
              <a:t> Resolution knowledge is scattered and manual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34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5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6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7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8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9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0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1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2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3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4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5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6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7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8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9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0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1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2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3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4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5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6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7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8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9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0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1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2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3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4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5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6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7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8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9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0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1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2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3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4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5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6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7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8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9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0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1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2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3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4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5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6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7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81B1BC20-CC70-4C30-B9BE-C23E121CA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91" name="Picture 2">
            <a:extLst>
              <a:ext uri="{FF2B5EF4-FFF2-40B4-BE49-F238E27FC236}">
                <a16:creationId xmlns:a16="http://schemas.microsoft.com/office/drawing/2014/main" id="{BED7CCD5-D3A4-4162-9CC4-03DF5AB8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-3747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093" name="Group 1092">
            <a:extLst>
              <a:ext uri="{FF2B5EF4-FFF2-40B4-BE49-F238E27FC236}">
                <a16:creationId xmlns:a16="http://schemas.microsoft.com/office/drawing/2014/main" id="{D5E95061-A9DC-4C67-BCAF-F56069099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94" name="Rectangle 5">
              <a:extLst>
                <a:ext uri="{FF2B5EF4-FFF2-40B4-BE49-F238E27FC236}">
                  <a16:creationId xmlns:a16="http://schemas.microsoft.com/office/drawing/2014/main" id="{92D4D96C-8395-4198-90A3-2363570D4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5" name="Freeform 6">
              <a:extLst>
                <a:ext uri="{FF2B5EF4-FFF2-40B4-BE49-F238E27FC236}">
                  <a16:creationId xmlns:a16="http://schemas.microsoft.com/office/drawing/2014/main" id="{EF229BAE-A3AA-4095-A3F8-65181A713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6" name="Freeform 7">
              <a:extLst>
                <a:ext uri="{FF2B5EF4-FFF2-40B4-BE49-F238E27FC236}">
                  <a16:creationId xmlns:a16="http://schemas.microsoft.com/office/drawing/2014/main" id="{C71621C3-B057-4E50-808A-EF718590D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7" name="Rectangle 8">
              <a:extLst>
                <a:ext uri="{FF2B5EF4-FFF2-40B4-BE49-F238E27FC236}">
                  <a16:creationId xmlns:a16="http://schemas.microsoft.com/office/drawing/2014/main" id="{37D3BCDA-C38C-4B10-A653-0210E85978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8" name="Freeform 9">
              <a:extLst>
                <a:ext uri="{FF2B5EF4-FFF2-40B4-BE49-F238E27FC236}">
                  <a16:creationId xmlns:a16="http://schemas.microsoft.com/office/drawing/2014/main" id="{CE4DC5B4-793A-4E8B-A3F7-53EB548F4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9" name="Freeform 10">
              <a:extLst>
                <a:ext uri="{FF2B5EF4-FFF2-40B4-BE49-F238E27FC236}">
                  <a16:creationId xmlns:a16="http://schemas.microsoft.com/office/drawing/2014/main" id="{2664DA82-4469-42CC-93F4-662128EC65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0" name="Freeform 11">
              <a:extLst>
                <a:ext uri="{FF2B5EF4-FFF2-40B4-BE49-F238E27FC236}">
                  <a16:creationId xmlns:a16="http://schemas.microsoft.com/office/drawing/2014/main" id="{ED439A82-9407-4694-886D-7447BDFF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1" name="Freeform 12">
              <a:extLst>
                <a:ext uri="{FF2B5EF4-FFF2-40B4-BE49-F238E27FC236}">
                  <a16:creationId xmlns:a16="http://schemas.microsoft.com/office/drawing/2014/main" id="{C35292A7-2459-4132-8FE8-54BF071CC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2" name="Freeform 13">
              <a:extLst>
                <a:ext uri="{FF2B5EF4-FFF2-40B4-BE49-F238E27FC236}">
                  <a16:creationId xmlns:a16="http://schemas.microsoft.com/office/drawing/2014/main" id="{8A55D4A9-1B6E-409D-BF10-201C8A829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3" name="Freeform 14">
              <a:extLst>
                <a:ext uri="{FF2B5EF4-FFF2-40B4-BE49-F238E27FC236}">
                  <a16:creationId xmlns:a16="http://schemas.microsoft.com/office/drawing/2014/main" id="{FDA8F85E-07E7-45C0-A165-6DB771A53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4" name="Freeform 15">
              <a:extLst>
                <a:ext uri="{FF2B5EF4-FFF2-40B4-BE49-F238E27FC236}">
                  <a16:creationId xmlns:a16="http://schemas.microsoft.com/office/drawing/2014/main" id="{09508E73-6AA1-460C-97B9-8EF00855A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5" name="Freeform 16">
              <a:extLst>
                <a:ext uri="{FF2B5EF4-FFF2-40B4-BE49-F238E27FC236}">
                  <a16:creationId xmlns:a16="http://schemas.microsoft.com/office/drawing/2014/main" id="{5913AD99-4A77-44C3-ACDF-8410765B7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6" name="Freeform 17">
              <a:extLst>
                <a:ext uri="{FF2B5EF4-FFF2-40B4-BE49-F238E27FC236}">
                  <a16:creationId xmlns:a16="http://schemas.microsoft.com/office/drawing/2014/main" id="{413BDF5F-2CC6-47A3-B422-38D6E292D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7" name="Freeform 18">
              <a:extLst>
                <a:ext uri="{FF2B5EF4-FFF2-40B4-BE49-F238E27FC236}">
                  <a16:creationId xmlns:a16="http://schemas.microsoft.com/office/drawing/2014/main" id="{6F69599A-544F-4B1D-91C3-762B09CF7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8" name="Freeform 19">
              <a:extLst>
                <a:ext uri="{FF2B5EF4-FFF2-40B4-BE49-F238E27FC236}">
                  <a16:creationId xmlns:a16="http://schemas.microsoft.com/office/drawing/2014/main" id="{DFAE31B2-DF2A-4FD2-B98E-3657F825C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9" name="Freeform 20">
              <a:extLst>
                <a:ext uri="{FF2B5EF4-FFF2-40B4-BE49-F238E27FC236}">
                  <a16:creationId xmlns:a16="http://schemas.microsoft.com/office/drawing/2014/main" id="{9D7B120D-680C-4AC9-A263-A7DE0F5F1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0" name="Freeform 21">
              <a:extLst>
                <a:ext uri="{FF2B5EF4-FFF2-40B4-BE49-F238E27FC236}">
                  <a16:creationId xmlns:a16="http://schemas.microsoft.com/office/drawing/2014/main" id="{DC8A9F99-D409-4E13-8D58-6A34BE714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1" name="Freeform 22">
              <a:extLst>
                <a:ext uri="{FF2B5EF4-FFF2-40B4-BE49-F238E27FC236}">
                  <a16:creationId xmlns:a16="http://schemas.microsoft.com/office/drawing/2014/main" id="{EB955E41-680C-44AA-B602-C1A69E951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2" name="Freeform 23">
              <a:extLst>
                <a:ext uri="{FF2B5EF4-FFF2-40B4-BE49-F238E27FC236}">
                  <a16:creationId xmlns:a16="http://schemas.microsoft.com/office/drawing/2014/main" id="{332ED336-B831-4A24-9181-CC63707A4E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3" name="Freeform 24">
              <a:extLst>
                <a:ext uri="{FF2B5EF4-FFF2-40B4-BE49-F238E27FC236}">
                  <a16:creationId xmlns:a16="http://schemas.microsoft.com/office/drawing/2014/main" id="{1A8B6B8C-5265-4AD1-9A67-B3CFFF4A9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4" name="Freeform 25">
              <a:extLst>
                <a:ext uri="{FF2B5EF4-FFF2-40B4-BE49-F238E27FC236}">
                  <a16:creationId xmlns:a16="http://schemas.microsoft.com/office/drawing/2014/main" id="{9E8ED6FD-8796-48CB-98ED-0E729E16B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5" name="Freeform 26">
              <a:extLst>
                <a:ext uri="{FF2B5EF4-FFF2-40B4-BE49-F238E27FC236}">
                  <a16:creationId xmlns:a16="http://schemas.microsoft.com/office/drawing/2014/main" id="{DE668E67-2522-4B6B-A8BF-C3CD36F891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6" name="Freeform 27">
              <a:extLst>
                <a:ext uri="{FF2B5EF4-FFF2-40B4-BE49-F238E27FC236}">
                  <a16:creationId xmlns:a16="http://schemas.microsoft.com/office/drawing/2014/main" id="{B2474CAA-635F-43E4-AFFF-B24637DC6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7" name="Freeform 28">
              <a:extLst>
                <a:ext uri="{FF2B5EF4-FFF2-40B4-BE49-F238E27FC236}">
                  <a16:creationId xmlns:a16="http://schemas.microsoft.com/office/drawing/2014/main" id="{1C1B778D-83CB-443C-B463-7EE26603E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8" name="Freeform 29">
              <a:extLst>
                <a:ext uri="{FF2B5EF4-FFF2-40B4-BE49-F238E27FC236}">
                  <a16:creationId xmlns:a16="http://schemas.microsoft.com/office/drawing/2014/main" id="{654DEAB4-B194-4182-A7BE-E247F19AA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9" name="Freeform 30">
              <a:extLst>
                <a:ext uri="{FF2B5EF4-FFF2-40B4-BE49-F238E27FC236}">
                  <a16:creationId xmlns:a16="http://schemas.microsoft.com/office/drawing/2014/main" id="{D8E3CE4C-0C48-485B-8EA0-B036FCC33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0" name="Freeform 31">
              <a:extLst>
                <a:ext uri="{FF2B5EF4-FFF2-40B4-BE49-F238E27FC236}">
                  <a16:creationId xmlns:a16="http://schemas.microsoft.com/office/drawing/2014/main" id="{7958BBBD-B721-4DA1-8764-D8188EB70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1" name="Freeform 32">
              <a:extLst>
                <a:ext uri="{FF2B5EF4-FFF2-40B4-BE49-F238E27FC236}">
                  <a16:creationId xmlns:a16="http://schemas.microsoft.com/office/drawing/2014/main" id="{23180B75-7F19-41E5-A4C3-9096FF7D19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2" name="Rectangle 33">
              <a:extLst>
                <a:ext uri="{FF2B5EF4-FFF2-40B4-BE49-F238E27FC236}">
                  <a16:creationId xmlns:a16="http://schemas.microsoft.com/office/drawing/2014/main" id="{57F706CF-8096-494C-A6E1-5BE7F6230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3" name="Freeform 34">
              <a:extLst>
                <a:ext uri="{FF2B5EF4-FFF2-40B4-BE49-F238E27FC236}">
                  <a16:creationId xmlns:a16="http://schemas.microsoft.com/office/drawing/2014/main" id="{8B4065A5-6701-492B-BE7F-9E00FE615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4" name="Freeform 35">
              <a:extLst>
                <a:ext uri="{FF2B5EF4-FFF2-40B4-BE49-F238E27FC236}">
                  <a16:creationId xmlns:a16="http://schemas.microsoft.com/office/drawing/2014/main" id="{66E06571-DDD0-47CB-97CF-FF8432467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5" name="Freeform 36">
              <a:extLst>
                <a:ext uri="{FF2B5EF4-FFF2-40B4-BE49-F238E27FC236}">
                  <a16:creationId xmlns:a16="http://schemas.microsoft.com/office/drawing/2014/main" id="{50F0D75F-DE36-46A5-8FEB-00CF9D01A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6" name="Freeform 37">
              <a:extLst>
                <a:ext uri="{FF2B5EF4-FFF2-40B4-BE49-F238E27FC236}">
                  <a16:creationId xmlns:a16="http://schemas.microsoft.com/office/drawing/2014/main" id="{C7AF11B9-2298-41D7-9878-99E19E827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7" name="Freeform 38">
              <a:extLst>
                <a:ext uri="{FF2B5EF4-FFF2-40B4-BE49-F238E27FC236}">
                  <a16:creationId xmlns:a16="http://schemas.microsoft.com/office/drawing/2014/main" id="{7B43B683-4229-4623-A504-56FE6CCB5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8" name="Freeform 39">
              <a:extLst>
                <a:ext uri="{FF2B5EF4-FFF2-40B4-BE49-F238E27FC236}">
                  <a16:creationId xmlns:a16="http://schemas.microsoft.com/office/drawing/2014/main" id="{7B4CC276-9BB9-4394-A369-F7DB2BD8E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9" name="Freeform 40">
              <a:extLst>
                <a:ext uri="{FF2B5EF4-FFF2-40B4-BE49-F238E27FC236}">
                  <a16:creationId xmlns:a16="http://schemas.microsoft.com/office/drawing/2014/main" id="{98010162-18EE-455C-AABD-0B715C2BBF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0" name="Freeform 41">
              <a:extLst>
                <a:ext uri="{FF2B5EF4-FFF2-40B4-BE49-F238E27FC236}">
                  <a16:creationId xmlns:a16="http://schemas.microsoft.com/office/drawing/2014/main" id="{5950D288-22B2-4286-B4FB-D6665C103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1" name="Freeform 42">
              <a:extLst>
                <a:ext uri="{FF2B5EF4-FFF2-40B4-BE49-F238E27FC236}">
                  <a16:creationId xmlns:a16="http://schemas.microsoft.com/office/drawing/2014/main" id="{E0A686CA-B0EF-4B0C-B69B-E715EA3E54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2" name="Freeform 43">
              <a:extLst>
                <a:ext uri="{FF2B5EF4-FFF2-40B4-BE49-F238E27FC236}">
                  <a16:creationId xmlns:a16="http://schemas.microsoft.com/office/drawing/2014/main" id="{75D61EE6-C405-433B-AEC8-6241D5472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3" name="Freeform 44">
              <a:extLst>
                <a:ext uri="{FF2B5EF4-FFF2-40B4-BE49-F238E27FC236}">
                  <a16:creationId xmlns:a16="http://schemas.microsoft.com/office/drawing/2014/main" id="{4C718553-7221-4BFF-AFEE-64E166C6A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4" name="Rectangle 45">
              <a:extLst>
                <a:ext uri="{FF2B5EF4-FFF2-40B4-BE49-F238E27FC236}">
                  <a16:creationId xmlns:a16="http://schemas.microsoft.com/office/drawing/2014/main" id="{9F00A845-A7BB-4253-8C15-0FF3D05980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5" name="Freeform 46">
              <a:extLst>
                <a:ext uri="{FF2B5EF4-FFF2-40B4-BE49-F238E27FC236}">
                  <a16:creationId xmlns:a16="http://schemas.microsoft.com/office/drawing/2014/main" id="{53476DBF-E7E4-46E9-AAF2-8810E14EE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6" name="Freeform 47">
              <a:extLst>
                <a:ext uri="{FF2B5EF4-FFF2-40B4-BE49-F238E27FC236}">
                  <a16:creationId xmlns:a16="http://schemas.microsoft.com/office/drawing/2014/main" id="{4F608C86-9940-444C-B200-155DF4E02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7" name="Freeform 48">
              <a:extLst>
                <a:ext uri="{FF2B5EF4-FFF2-40B4-BE49-F238E27FC236}">
                  <a16:creationId xmlns:a16="http://schemas.microsoft.com/office/drawing/2014/main" id="{BB49A08B-2E6F-4B8C-8F61-6869B069B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8" name="Freeform 49">
              <a:extLst>
                <a:ext uri="{FF2B5EF4-FFF2-40B4-BE49-F238E27FC236}">
                  <a16:creationId xmlns:a16="http://schemas.microsoft.com/office/drawing/2014/main" id="{03A08195-C526-497F-89D0-566E91704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9" name="Freeform 50">
              <a:extLst>
                <a:ext uri="{FF2B5EF4-FFF2-40B4-BE49-F238E27FC236}">
                  <a16:creationId xmlns:a16="http://schemas.microsoft.com/office/drawing/2014/main" id="{235FDAAF-2063-40C9-BE1C-7E116C8A3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0" name="Freeform 51">
              <a:extLst>
                <a:ext uri="{FF2B5EF4-FFF2-40B4-BE49-F238E27FC236}">
                  <a16:creationId xmlns:a16="http://schemas.microsoft.com/office/drawing/2014/main" id="{2EAF15FA-570E-412B-992B-CAAB83384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1" name="Freeform 52">
              <a:extLst>
                <a:ext uri="{FF2B5EF4-FFF2-40B4-BE49-F238E27FC236}">
                  <a16:creationId xmlns:a16="http://schemas.microsoft.com/office/drawing/2014/main" id="{91FCA14D-FA3E-44C1-B8CB-8C8B73048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2" name="Freeform 53">
              <a:extLst>
                <a:ext uri="{FF2B5EF4-FFF2-40B4-BE49-F238E27FC236}">
                  <a16:creationId xmlns:a16="http://schemas.microsoft.com/office/drawing/2014/main" id="{A889215B-3708-4985-A1D7-42A99B357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3" name="Freeform 54">
              <a:extLst>
                <a:ext uri="{FF2B5EF4-FFF2-40B4-BE49-F238E27FC236}">
                  <a16:creationId xmlns:a16="http://schemas.microsoft.com/office/drawing/2014/main" id="{5C58C66E-AFD4-4A37-9646-FF8A511A6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4" name="Freeform 55">
              <a:extLst>
                <a:ext uri="{FF2B5EF4-FFF2-40B4-BE49-F238E27FC236}">
                  <a16:creationId xmlns:a16="http://schemas.microsoft.com/office/drawing/2014/main" id="{F99DC7ED-E983-4ACA-B702-727C2A5939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5" name="Freeform 56">
              <a:extLst>
                <a:ext uri="{FF2B5EF4-FFF2-40B4-BE49-F238E27FC236}">
                  <a16:creationId xmlns:a16="http://schemas.microsoft.com/office/drawing/2014/main" id="{918FC910-5BDA-49AE-95A5-774012D2D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6" name="Freeform 57">
              <a:extLst>
                <a:ext uri="{FF2B5EF4-FFF2-40B4-BE49-F238E27FC236}">
                  <a16:creationId xmlns:a16="http://schemas.microsoft.com/office/drawing/2014/main" id="{AA1E286C-EECB-46DC-9505-501CCDD8B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7" name="Freeform 58">
              <a:extLst>
                <a:ext uri="{FF2B5EF4-FFF2-40B4-BE49-F238E27FC236}">
                  <a16:creationId xmlns:a16="http://schemas.microsoft.com/office/drawing/2014/main" id="{A838D816-F9F3-4AB2-92C6-1F986D0B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2684BA-E886-0A0F-DF61-1182C1D2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24" y="4539573"/>
            <a:ext cx="6718151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               </a:t>
            </a:r>
            <a:r>
              <a:rPr lang="en-US" sz="4800" b="1">
                <a:solidFill>
                  <a:srgbClr val="FFFFFF"/>
                </a:solidFill>
              </a:rPr>
              <a:t>Prototype - 1</a:t>
            </a:r>
          </a:p>
        </p:txBody>
      </p:sp>
      <p:sp useBgFill="1">
        <p:nvSpPr>
          <p:cNvPr id="1149" name="Round Diagonal Corner Rectangle 6">
            <a:extLst>
              <a:ext uri="{FF2B5EF4-FFF2-40B4-BE49-F238E27FC236}">
                <a16:creationId xmlns:a16="http://schemas.microsoft.com/office/drawing/2014/main" id="{4683B8BC-85C4-41F2-9CD3-B074823B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230" y="639965"/>
            <a:ext cx="8159993" cy="3598548"/>
          </a:xfrm>
          <a:prstGeom prst="round2DiagRect">
            <a:avLst>
              <a:gd name="adj1" fmla="val 9529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C1389B5D-697E-7098-3208-E55C07290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86337" y="951493"/>
            <a:ext cx="5587780" cy="297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871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7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060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61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62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63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64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65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66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67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68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69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70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71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72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73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74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75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76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77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78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79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80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81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82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83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84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85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86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87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88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89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0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1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2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3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4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5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6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7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8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9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00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01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02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03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04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05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06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07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08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09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10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11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12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13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15" name="Rectangle 2114">
            <a:extLst>
              <a:ext uri="{FF2B5EF4-FFF2-40B4-BE49-F238E27FC236}">
                <a16:creationId xmlns:a16="http://schemas.microsoft.com/office/drawing/2014/main" id="{81B1BC20-CC70-4C30-B9BE-C23E121CA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17" name="Picture 2">
            <a:extLst>
              <a:ext uri="{FF2B5EF4-FFF2-40B4-BE49-F238E27FC236}">
                <a16:creationId xmlns:a16="http://schemas.microsoft.com/office/drawing/2014/main" id="{BED7CCD5-D3A4-4162-9CC4-03DF5AB8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-3747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2119" name="Group 2118">
            <a:extLst>
              <a:ext uri="{FF2B5EF4-FFF2-40B4-BE49-F238E27FC236}">
                <a16:creationId xmlns:a16="http://schemas.microsoft.com/office/drawing/2014/main" id="{D5E95061-A9DC-4C67-BCAF-F56069099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120" name="Rectangle 5">
              <a:extLst>
                <a:ext uri="{FF2B5EF4-FFF2-40B4-BE49-F238E27FC236}">
                  <a16:creationId xmlns:a16="http://schemas.microsoft.com/office/drawing/2014/main" id="{92D4D96C-8395-4198-90A3-2363570D4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21" name="Freeform 6">
              <a:extLst>
                <a:ext uri="{FF2B5EF4-FFF2-40B4-BE49-F238E27FC236}">
                  <a16:creationId xmlns:a16="http://schemas.microsoft.com/office/drawing/2014/main" id="{EF229BAE-A3AA-4095-A3F8-65181A713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22" name="Freeform 7">
              <a:extLst>
                <a:ext uri="{FF2B5EF4-FFF2-40B4-BE49-F238E27FC236}">
                  <a16:creationId xmlns:a16="http://schemas.microsoft.com/office/drawing/2014/main" id="{C71621C3-B057-4E50-808A-EF718590D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23" name="Rectangle 8">
              <a:extLst>
                <a:ext uri="{FF2B5EF4-FFF2-40B4-BE49-F238E27FC236}">
                  <a16:creationId xmlns:a16="http://schemas.microsoft.com/office/drawing/2014/main" id="{37D3BCDA-C38C-4B10-A653-0210E85978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24" name="Freeform 9">
              <a:extLst>
                <a:ext uri="{FF2B5EF4-FFF2-40B4-BE49-F238E27FC236}">
                  <a16:creationId xmlns:a16="http://schemas.microsoft.com/office/drawing/2014/main" id="{CE4DC5B4-793A-4E8B-A3F7-53EB548F4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25" name="Freeform 10">
              <a:extLst>
                <a:ext uri="{FF2B5EF4-FFF2-40B4-BE49-F238E27FC236}">
                  <a16:creationId xmlns:a16="http://schemas.microsoft.com/office/drawing/2014/main" id="{2664DA82-4469-42CC-93F4-662128EC65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26" name="Freeform 11">
              <a:extLst>
                <a:ext uri="{FF2B5EF4-FFF2-40B4-BE49-F238E27FC236}">
                  <a16:creationId xmlns:a16="http://schemas.microsoft.com/office/drawing/2014/main" id="{ED439A82-9407-4694-886D-7447BDFF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27" name="Freeform 12">
              <a:extLst>
                <a:ext uri="{FF2B5EF4-FFF2-40B4-BE49-F238E27FC236}">
                  <a16:creationId xmlns:a16="http://schemas.microsoft.com/office/drawing/2014/main" id="{C35292A7-2459-4132-8FE8-54BF071CC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28" name="Freeform 13">
              <a:extLst>
                <a:ext uri="{FF2B5EF4-FFF2-40B4-BE49-F238E27FC236}">
                  <a16:creationId xmlns:a16="http://schemas.microsoft.com/office/drawing/2014/main" id="{8A55D4A9-1B6E-409D-BF10-201C8A829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29" name="Freeform 14">
              <a:extLst>
                <a:ext uri="{FF2B5EF4-FFF2-40B4-BE49-F238E27FC236}">
                  <a16:creationId xmlns:a16="http://schemas.microsoft.com/office/drawing/2014/main" id="{FDA8F85E-07E7-45C0-A165-6DB771A53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30" name="Freeform 15">
              <a:extLst>
                <a:ext uri="{FF2B5EF4-FFF2-40B4-BE49-F238E27FC236}">
                  <a16:creationId xmlns:a16="http://schemas.microsoft.com/office/drawing/2014/main" id="{09508E73-6AA1-460C-97B9-8EF00855A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31" name="Freeform 16">
              <a:extLst>
                <a:ext uri="{FF2B5EF4-FFF2-40B4-BE49-F238E27FC236}">
                  <a16:creationId xmlns:a16="http://schemas.microsoft.com/office/drawing/2014/main" id="{5913AD99-4A77-44C3-ACDF-8410765B7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32" name="Freeform 17">
              <a:extLst>
                <a:ext uri="{FF2B5EF4-FFF2-40B4-BE49-F238E27FC236}">
                  <a16:creationId xmlns:a16="http://schemas.microsoft.com/office/drawing/2014/main" id="{413BDF5F-2CC6-47A3-B422-38D6E292D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33" name="Freeform 18">
              <a:extLst>
                <a:ext uri="{FF2B5EF4-FFF2-40B4-BE49-F238E27FC236}">
                  <a16:creationId xmlns:a16="http://schemas.microsoft.com/office/drawing/2014/main" id="{6F69599A-544F-4B1D-91C3-762B09CF7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34" name="Freeform 19">
              <a:extLst>
                <a:ext uri="{FF2B5EF4-FFF2-40B4-BE49-F238E27FC236}">
                  <a16:creationId xmlns:a16="http://schemas.microsoft.com/office/drawing/2014/main" id="{DFAE31B2-DF2A-4FD2-B98E-3657F825C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35" name="Freeform 20">
              <a:extLst>
                <a:ext uri="{FF2B5EF4-FFF2-40B4-BE49-F238E27FC236}">
                  <a16:creationId xmlns:a16="http://schemas.microsoft.com/office/drawing/2014/main" id="{9D7B120D-680C-4AC9-A263-A7DE0F5F1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36" name="Freeform 21">
              <a:extLst>
                <a:ext uri="{FF2B5EF4-FFF2-40B4-BE49-F238E27FC236}">
                  <a16:creationId xmlns:a16="http://schemas.microsoft.com/office/drawing/2014/main" id="{DC8A9F99-D409-4E13-8D58-6A34BE714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37" name="Freeform 22">
              <a:extLst>
                <a:ext uri="{FF2B5EF4-FFF2-40B4-BE49-F238E27FC236}">
                  <a16:creationId xmlns:a16="http://schemas.microsoft.com/office/drawing/2014/main" id="{EB955E41-680C-44AA-B602-C1A69E951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38" name="Freeform 23">
              <a:extLst>
                <a:ext uri="{FF2B5EF4-FFF2-40B4-BE49-F238E27FC236}">
                  <a16:creationId xmlns:a16="http://schemas.microsoft.com/office/drawing/2014/main" id="{332ED336-B831-4A24-9181-CC63707A4E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39" name="Freeform 24">
              <a:extLst>
                <a:ext uri="{FF2B5EF4-FFF2-40B4-BE49-F238E27FC236}">
                  <a16:creationId xmlns:a16="http://schemas.microsoft.com/office/drawing/2014/main" id="{1A8B6B8C-5265-4AD1-9A67-B3CFFF4A9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40" name="Freeform 25">
              <a:extLst>
                <a:ext uri="{FF2B5EF4-FFF2-40B4-BE49-F238E27FC236}">
                  <a16:creationId xmlns:a16="http://schemas.microsoft.com/office/drawing/2014/main" id="{9E8ED6FD-8796-48CB-98ED-0E729E16B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41" name="Freeform 26">
              <a:extLst>
                <a:ext uri="{FF2B5EF4-FFF2-40B4-BE49-F238E27FC236}">
                  <a16:creationId xmlns:a16="http://schemas.microsoft.com/office/drawing/2014/main" id="{DE668E67-2522-4B6B-A8BF-C3CD36F891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42" name="Freeform 27">
              <a:extLst>
                <a:ext uri="{FF2B5EF4-FFF2-40B4-BE49-F238E27FC236}">
                  <a16:creationId xmlns:a16="http://schemas.microsoft.com/office/drawing/2014/main" id="{B2474CAA-635F-43E4-AFFF-B24637DC6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43" name="Freeform 28">
              <a:extLst>
                <a:ext uri="{FF2B5EF4-FFF2-40B4-BE49-F238E27FC236}">
                  <a16:creationId xmlns:a16="http://schemas.microsoft.com/office/drawing/2014/main" id="{1C1B778D-83CB-443C-B463-7EE26603E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44" name="Freeform 29">
              <a:extLst>
                <a:ext uri="{FF2B5EF4-FFF2-40B4-BE49-F238E27FC236}">
                  <a16:creationId xmlns:a16="http://schemas.microsoft.com/office/drawing/2014/main" id="{654DEAB4-B194-4182-A7BE-E247F19AA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45" name="Freeform 30">
              <a:extLst>
                <a:ext uri="{FF2B5EF4-FFF2-40B4-BE49-F238E27FC236}">
                  <a16:creationId xmlns:a16="http://schemas.microsoft.com/office/drawing/2014/main" id="{D8E3CE4C-0C48-485B-8EA0-B036FCC33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46" name="Freeform 31">
              <a:extLst>
                <a:ext uri="{FF2B5EF4-FFF2-40B4-BE49-F238E27FC236}">
                  <a16:creationId xmlns:a16="http://schemas.microsoft.com/office/drawing/2014/main" id="{7958BBBD-B721-4DA1-8764-D8188EB70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47" name="Freeform 32">
              <a:extLst>
                <a:ext uri="{FF2B5EF4-FFF2-40B4-BE49-F238E27FC236}">
                  <a16:creationId xmlns:a16="http://schemas.microsoft.com/office/drawing/2014/main" id="{23180B75-7F19-41E5-A4C3-9096FF7D19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48" name="Rectangle 33">
              <a:extLst>
                <a:ext uri="{FF2B5EF4-FFF2-40B4-BE49-F238E27FC236}">
                  <a16:creationId xmlns:a16="http://schemas.microsoft.com/office/drawing/2014/main" id="{57F706CF-8096-494C-A6E1-5BE7F6230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49" name="Freeform 34">
              <a:extLst>
                <a:ext uri="{FF2B5EF4-FFF2-40B4-BE49-F238E27FC236}">
                  <a16:creationId xmlns:a16="http://schemas.microsoft.com/office/drawing/2014/main" id="{8B4065A5-6701-492B-BE7F-9E00FE615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50" name="Freeform 35">
              <a:extLst>
                <a:ext uri="{FF2B5EF4-FFF2-40B4-BE49-F238E27FC236}">
                  <a16:creationId xmlns:a16="http://schemas.microsoft.com/office/drawing/2014/main" id="{66E06571-DDD0-47CB-97CF-FF8432467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51" name="Freeform 36">
              <a:extLst>
                <a:ext uri="{FF2B5EF4-FFF2-40B4-BE49-F238E27FC236}">
                  <a16:creationId xmlns:a16="http://schemas.microsoft.com/office/drawing/2014/main" id="{50F0D75F-DE36-46A5-8FEB-00CF9D01A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52" name="Freeform 37">
              <a:extLst>
                <a:ext uri="{FF2B5EF4-FFF2-40B4-BE49-F238E27FC236}">
                  <a16:creationId xmlns:a16="http://schemas.microsoft.com/office/drawing/2014/main" id="{C7AF11B9-2298-41D7-9878-99E19E827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53" name="Freeform 38">
              <a:extLst>
                <a:ext uri="{FF2B5EF4-FFF2-40B4-BE49-F238E27FC236}">
                  <a16:creationId xmlns:a16="http://schemas.microsoft.com/office/drawing/2014/main" id="{7B43B683-4229-4623-A504-56FE6CCB5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54" name="Freeform 39">
              <a:extLst>
                <a:ext uri="{FF2B5EF4-FFF2-40B4-BE49-F238E27FC236}">
                  <a16:creationId xmlns:a16="http://schemas.microsoft.com/office/drawing/2014/main" id="{7B4CC276-9BB9-4394-A369-F7DB2BD8E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55" name="Freeform 40">
              <a:extLst>
                <a:ext uri="{FF2B5EF4-FFF2-40B4-BE49-F238E27FC236}">
                  <a16:creationId xmlns:a16="http://schemas.microsoft.com/office/drawing/2014/main" id="{98010162-18EE-455C-AABD-0B715C2BBF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56" name="Freeform 41">
              <a:extLst>
                <a:ext uri="{FF2B5EF4-FFF2-40B4-BE49-F238E27FC236}">
                  <a16:creationId xmlns:a16="http://schemas.microsoft.com/office/drawing/2014/main" id="{5950D288-22B2-4286-B4FB-D6665C103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57" name="Freeform 42">
              <a:extLst>
                <a:ext uri="{FF2B5EF4-FFF2-40B4-BE49-F238E27FC236}">
                  <a16:creationId xmlns:a16="http://schemas.microsoft.com/office/drawing/2014/main" id="{E0A686CA-B0EF-4B0C-B69B-E715EA3E54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58" name="Freeform 43">
              <a:extLst>
                <a:ext uri="{FF2B5EF4-FFF2-40B4-BE49-F238E27FC236}">
                  <a16:creationId xmlns:a16="http://schemas.microsoft.com/office/drawing/2014/main" id="{75D61EE6-C405-433B-AEC8-6241D5472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59" name="Freeform 44">
              <a:extLst>
                <a:ext uri="{FF2B5EF4-FFF2-40B4-BE49-F238E27FC236}">
                  <a16:creationId xmlns:a16="http://schemas.microsoft.com/office/drawing/2014/main" id="{4C718553-7221-4BFF-AFEE-64E166C6A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0" name="Rectangle 45">
              <a:extLst>
                <a:ext uri="{FF2B5EF4-FFF2-40B4-BE49-F238E27FC236}">
                  <a16:creationId xmlns:a16="http://schemas.microsoft.com/office/drawing/2014/main" id="{9F00A845-A7BB-4253-8C15-0FF3D05980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1" name="Freeform 46">
              <a:extLst>
                <a:ext uri="{FF2B5EF4-FFF2-40B4-BE49-F238E27FC236}">
                  <a16:creationId xmlns:a16="http://schemas.microsoft.com/office/drawing/2014/main" id="{53476DBF-E7E4-46E9-AAF2-8810E14EE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2" name="Freeform 47">
              <a:extLst>
                <a:ext uri="{FF2B5EF4-FFF2-40B4-BE49-F238E27FC236}">
                  <a16:creationId xmlns:a16="http://schemas.microsoft.com/office/drawing/2014/main" id="{4F608C86-9940-444C-B200-155DF4E02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3" name="Freeform 48">
              <a:extLst>
                <a:ext uri="{FF2B5EF4-FFF2-40B4-BE49-F238E27FC236}">
                  <a16:creationId xmlns:a16="http://schemas.microsoft.com/office/drawing/2014/main" id="{BB49A08B-2E6F-4B8C-8F61-6869B069B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4" name="Freeform 49">
              <a:extLst>
                <a:ext uri="{FF2B5EF4-FFF2-40B4-BE49-F238E27FC236}">
                  <a16:creationId xmlns:a16="http://schemas.microsoft.com/office/drawing/2014/main" id="{03A08195-C526-497F-89D0-566E91704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5" name="Freeform 50">
              <a:extLst>
                <a:ext uri="{FF2B5EF4-FFF2-40B4-BE49-F238E27FC236}">
                  <a16:creationId xmlns:a16="http://schemas.microsoft.com/office/drawing/2014/main" id="{235FDAAF-2063-40C9-BE1C-7E116C8A3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6" name="Freeform 51">
              <a:extLst>
                <a:ext uri="{FF2B5EF4-FFF2-40B4-BE49-F238E27FC236}">
                  <a16:creationId xmlns:a16="http://schemas.microsoft.com/office/drawing/2014/main" id="{2EAF15FA-570E-412B-992B-CAAB83384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7" name="Freeform 52">
              <a:extLst>
                <a:ext uri="{FF2B5EF4-FFF2-40B4-BE49-F238E27FC236}">
                  <a16:creationId xmlns:a16="http://schemas.microsoft.com/office/drawing/2014/main" id="{91FCA14D-FA3E-44C1-B8CB-8C8B73048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8" name="Freeform 53">
              <a:extLst>
                <a:ext uri="{FF2B5EF4-FFF2-40B4-BE49-F238E27FC236}">
                  <a16:creationId xmlns:a16="http://schemas.microsoft.com/office/drawing/2014/main" id="{A889215B-3708-4985-A1D7-42A99B357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9" name="Freeform 54">
              <a:extLst>
                <a:ext uri="{FF2B5EF4-FFF2-40B4-BE49-F238E27FC236}">
                  <a16:creationId xmlns:a16="http://schemas.microsoft.com/office/drawing/2014/main" id="{5C58C66E-AFD4-4A37-9646-FF8A511A6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70" name="Freeform 55">
              <a:extLst>
                <a:ext uri="{FF2B5EF4-FFF2-40B4-BE49-F238E27FC236}">
                  <a16:creationId xmlns:a16="http://schemas.microsoft.com/office/drawing/2014/main" id="{F99DC7ED-E983-4ACA-B702-727C2A5939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71" name="Freeform 56">
              <a:extLst>
                <a:ext uri="{FF2B5EF4-FFF2-40B4-BE49-F238E27FC236}">
                  <a16:creationId xmlns:a16="http://schemas.microsoft.com/office/drawing/2014/main" id="{918FC910-5BDA-49AE-95A5-774012D2D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72" name="Freeform 57">
              <a:extLst>
                <a:ext uri="{FF2B5EF4-FFF2-40B4-BE49-F238E27FC236}">
                  <a16:creationId xmlns:a16="http://schemas.microsoft.com/office/drawing/2014/main" id="{AA1E286C-EECB-46DC-9505-501CCDD8B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73" name="Freeform 58">
              <a:extLst>
                <a:ext uri="{FF2B5EF4-FFF2-40B4-BE49-F238E27FC236}">
                  <a16:creationId xmlns:a16="http://schemas.microsoft.com/office/drawing/2014/main" id="{A838D816-F9F3-4AB2-92C6-1F986D0B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5F9D32-3EDE-2F69-B46D-9FEFFFC7B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24" y="4539573"/>
            <a:ext cx="6718151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100" b="1">
                <a:solidFill>
                  <a:srgbClr val="FFFFFF"/>
                </a:solidFill>
              </a:rPr>
              <a:t>              	  Prototype - 2</a:t>
            </a:r>
            <a:endParaRPr lang="en-US" sz="4100">
              <a:solidFill>
                <a:srgbClr val="FFFFFF"/>
              </a:solidFill>
            </a:endParaRPr>
          </a:p>
        </p:txBody>
      </p:sp>
      <p:sp useBgFill="1">
        <p:nvSpPr>
          <p:cNvPr id="2175" name="Round Diagonal Corner Rectangle 6">
            <a:extLst>
              <a:ext uri="{FF2B5EF4-FFF2-40B4-BE49-F238E27FC236}">
                <a16:creationId xmlns:a16="http://schemas.microsoft.com/office/drawing/2014/main" id="{4683B8BC-85C4-41F2-9CD3-B074823B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230" y="639965"/>
            <a:ext cx="8159993" cy="3598548"/>
          </a:xfrm>
          <a:prstGeom prst="round2DiagRect">
            <a:avLst>
              <a:gd name="adj1" fmla="val 9529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C0BBEC4-94E2-0F28-BA54-18A101711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89781" y="951493"/>
            <a:ext cx="5980891" cy="297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6773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>
            <a:extLst>
              <a:ext uri="{FF2B5EF4-FFF2-40B4-BE49-F238E27FC236}">
                <a16:creationId xmlns:a16="http://schemas.microsoft.com/office/drawing/2014/main" id="{6D651BB0-1DFD-4941-83DD-704006F6B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 Diagonal Corner Rectangle 6">
            <a:extLst>
              <a:ext uri="{FF2B5EF4-FFF2-40B4-BE49-F238E27FC236}">
                <a16:creationId xmlns:a16="http://schemas.microsoft.com/office/drawing/2014/main" id="{3D66C6E3-EBD2-40B7-8FD8-D6D2250FC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5408" y="808057"/>
            <a:ext cx="7670799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84A0F2-B535-DA05-F34D-E6A9276F1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708" y="1358647"/>
            <a:ext cx="7188199" cy="413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121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dirty="0"/>
              <a:t>An Agentic AI system that:</a:t>
            </a:r>
          </a:p>
          <a:p>
            <a:r>
              <a:rPr dirty="0"/>
              <a:t> Accepts job logs (text or image)</a:t>
            </a:r>
          </a:p>
          <a:p>
            <a:r>
              <a:rPr dirty="0"/>
              <a:t> Reasons step‑by‑step using specialized agents</a:t>
            </a:r>
          </a:p>
          <a:p>
            <a:r>
              <a:rPr dirty="0"/>
              <a:t> Extracts structured job metadata</a:t>
            </a:r>
          </a:p>
          <a:p>
            <a:r>
              <a:rPr dirty="0"/>
              <a:t> Provides guided resolution with explainability and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Agentic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Multi-Agent Collaboration(Regex, GPT 5.3,flask)</a:t>
            </a:r>
          </a:p>
          <a:p>
            <a:r>
              <a:rPr lang="en-IN" dirty="0"/>
              <a:t>Goal-Oriented</a:t>
            </a:r>
          </a:p>
          <a:p>
            <a:r>
              <a:rPr dirty="0"/>
              <a:t> </a:t>
            </a:r>
            <a:r>
              <a:rPr lang="en-IN" dirty="0"/>
              <a:t>Learning &amp; Adaptation</a:t>
            </a:r>
            <a:r>
              <a:rPr dirty="0"/>
              <a:t> </a:t>
            </a:r>
            <a:endParaRPr lang="en-IN" dirty="0"/>
          </a:p>
          <a:p>
            <a:r>
              <a:rPr dirty="0"/>
              <a:t> </a:t>
            </a:r>
            <a:r>
              <a:rPr lang="en-IN" dirty="0"/>
              <a:t>Autonomous Decision-Making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>
            <a:extLst>
              <a:ext uri="{FF2B5EF4-FFF2-40B4-BE49-F238E27FC236}">
                <a16:creationId xmlns:a16="http://schemas.microsoft.com/office/drawing/2014/main" id="{50C065C3-0FE3-4452-B765-CB05BBB2A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795E515-5F57-431F-9A0D-3A0419DF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D45BCBFE-0478-4767-BF2E-FC2C548BA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E903928F-F6DA-470C-81A0-CF7D9DE03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ADA095F6-E326-4450-A2D6-DB2BF989B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Rectangle 8">
              <a:extLst>
                <a:ext uri="{FF2B5EF4-FFF2-40B4-BE49-F238E27FC236}">
                  <a16:creationId xmlns:a16="http://schemas.microsoft.com/office/drawing/2014/main" id="{6B067F9A-FDF2-49EC-B4FF-CD4B90F78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F1331213-D19D-49FC-8616-168A14565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2ADFE242-96FC-4A14-8C59-90CD6DE1D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6A97B7BC-40BD-494B-9C6B-AF3045559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3D7F35CF-F44C-491F-904D-A31ED8321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84D9BF7E-18C2-452C-B139-4ED58D7A0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700A6223-AD38-426F-A6FE-7926CAEF3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D172AA94-449F-45EB-94E6-67C186C32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A7D4F697-8937-4F4C-83C5-770B3FCB8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10AF1D59-5117-4D47-8414-4BB61F944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2387DC33-88B3-4718-8C94-41659EA33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D4E7EC64-4763-4F04-B2E4-E400364D7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581717DF-9FD4-47CB-9579-E34DF7E87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1">
              <a:extLst>
                <a:ext uri="{FF2B5EF4-FFF2-40B4-BE49-F238E27FC236}">
                  <a16:creationId xmlns:a16="http://schemas.microsoft.com/office/drawing/2014/main" id="{BCD8EF50-6E58-4B2D-90B6-AFF236A73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6524A268-142A-4CBF-BB8B-DC1FCBC8F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56A0E6F3-B76B-4813-B44B-56CE11A8A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24">
              <a:extLst>
                <a:ext uri="{FF2B5EF4-FFF2-40B4-BE49-F238E27FC236}">
                  <a16:creationId xmlns:a16="http://schemas.microsoft.com/office/drawing/2014/main" id="{A74CED8D-B902-4B76-9CC8-30A09B2FA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25">
              <a:extLst>
                <a:ext uri="{FF2B5EF4-FFF2-40B4-BE49-F238E27FC236}">
                  <a16:creationId xmlns:a16="http://schemas.microsoft.com/office/drawing/2014/main" id="{ED007BD7-ED56-4566-B1FF-707160024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90AD48D2-5BC8-4C80-B126-B1A20124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BE14C82F-9F35-4D61-B758-7BCE32DEC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6540CE06-9028-497A-AC64-CF0ED60A74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A4825B3B-52CD-4F08-BA02-6C2B0EFE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6877A5EF-B8B8-44D3-AA57-4BBF89206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00BB365C-9180-4208-92CF-AB6A88848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32">
              <a:extLst>
                <a:ext uri="{FF2B5EF4-FFF2-40B4-BE49-F238E27FC236}">
                  <a16:creationId xmlns:a16="http://schemas.microsoft.com/office/drawing/2014/main" id="{8D1134D2-53A6-41D5-AC1A-5254A2FBD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Rectangle 33">
              <a:extLst>
                <a:ext uri="{FF2B5EF4-FFF2-40B4-BE49-F238E27FC236}">
                  <a16:creationId xmlns:a16="http://schemas.microsoft.com/office/drawing/2014/main" id="{24C7FA73-07CD-479A-9B9E-DAD4D3B2B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34">
              <a:extLst>
                <a:ext uri="{FF2B5EF4-FFF2-40B4-BE49-F238E27FC236}">
                  <a16:creationId xmlns:a16="http://schemas.microsoft.com/office/drawing/2014/main" id="{AB24DF92-B081-4701-B58D-913261A00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35">
              <a:extLst>
                <a:ext uri="{FF2B5EF4-FFF2-40B4-BE49-F238E27FC236}">
                  <a16:creationId xmlns:a16="http://schemas.microsoft.com/office/drawing/2014/main" id="{AB4DF275-6B82-4AA9-A7A9-138E631E30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36">
              <a:extLst>
                <a:ext uri="{FF2B5EF4-FFF2-40B4-BE49-F238E27FC236}">
                  <a16:creationId xmlns:a16="http://schemas.microsoft.com/office/drawing/2014/main" id="{972A3812-16AD-453E-B1E6-9F39894F7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37">
              <a:extLst>
                <a:ext uri="{FF2B5EF4-FFF2-40B4-BE49-F238E27FC236}">
                  <a16:creationId xmlns:a16="http://schemas.microsoft.com/office/drawing/2014/main" id="{8FB6759A-BAD8-4073-86A2-6DDD73DE2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38">
              <a:extLst>
                <a:ext uri="{FF2B5EF4-FFF2-40B4-BE49-F238E27FC236}">
                  <a16:creationId xmlns:a16="http://schemas.microsoft.com/office/drawing/2014/main" id="{9FCCB0F4-1178-47C1-9EE2-234EA715C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39">
              <a:extLst>
                <a:ext uri="{FF2B5EF4-FFF2-40B4-BE49-F238E27FC236}">
                  <a16:creationId xmlns:a16="http://schemas.microsoft.com/office/drawing/2014/main" id="{CB01BF0B-7EB0-4C18-80BE-20D2EAC048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0">
              <a:extLst>
                <a:ext uri="{FF2B5EF4-FFF2-40B4-BE49-F238E27FC236}">
                  <a16:creationId xmlns:a16="http://schemas.microsoft.com/office/drawing/2014/main" id="{3266E9DA-C937-48E0-8F98-90A467760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1">
              <a:extLst>
                <a:ext uri="{FF2B5EF4-FFF2-40B4-BE49-F238E27FC236}">
                  <a16:creationId xmlns:a16="http://schemas.microsoft.com/office/drawing/2014/main" id="{A8A9C00D-0425-4E68-A1DE-BCE5BD6BB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42">
              <a:extLst>
                <a:ext uri="{FF2B5EF4-FFF2-40B4-BE49-F238E27FC236}">
                  <a16:creationId xmlns:a16="http://schemas.microsoft.com/office/drawing/2014/main" id="{46230904-E744-4B55-84FF-826A6B737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43">
              <a:extLst>
                <a:ext uri="{FF2B5EF4-FFF2-40B4-BE49-F238E27FC236}">
                  <a16:creationId xmlns:a16="http://schemas.microsoft.com/office/drawing/2014/main" id="{D4291668-8AF0-4784-BC06-870768F53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44">
              <a:extLst>
                <a:ext uri="{FF2B5EF4-FFF2-40B4-BE49-F238E27FC236}">
                  <a16:creationId xmlns:a16="http://schemas.microsoft.com/office/drawing/2014/main" id="{D917DCBD-774B-4AAF-92AE-D18289FFC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Rectangle 45">
              <a:extLst>
                <a:ext uri="{FF2B5EF4-FFF2-40B4-BE49-F238E27FC236}">
                  <a16:creationId xmlns:a16="http://schemas.microsoft.com/office/drawing/2014/main" id="{9E50122E-0F19-4D65-9CB2-E22C3EA84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46">
              <a:extLst>
                <a:ext uri="{FF2B5EF4-FFF2-40B4-BE49-F238E27FC236}">
                  <a16:creationId xmlns:a16="http://schemas.microsoft.com/office/drawing/2014/main" id="{BC28A765-6E8B-4352-BD0C-35474F70A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47">
              <a:extLst>
                <a:ext uri="{FF2B5EF4-FFF2-40B4-BE49-F238E27FC236}">
                  <a16:creationId xmlns:a16="http://schemas.microsoft.com/office/drawing/2014/main" id="{0AC30A17-F494-44EB-9817-1B8B255CE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48">
              <a:extLst>
                <a:ext uri="{FF2B5EF4-FFF2-40B4-BE49-F238E27FC236}">
                  <a16:creationId xmlns:a16="http://schemas.microsoft.com/office/drawing/2014/main" id="{6088D59F-32BD-4932-9C22-9AA0FCDA7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49">
              <a:extLst>
                <a:ext uri="{FF2B5EF4-FFF2-40B4-BE49-F238E27FC236}">
                  <a16:creationId xmlns:a16="http://schemas.microsoft.com/office/drawing/2014/main" id="{B18BBE45-5F21-47FA-B291-AC802D715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0">
              <a:extLst>
                <a:ext uri="{FF2B5EF4-FFF2-40B4-BE49-F238E27FC236}">
                  <a16:creationId xmlns:a16="http://schemas.microsoft.com/office/drawing/2014/main" id="{A1BD992D-1C4B-4E69-A627-A45D8958E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6" name="Freeform 51">
              <a:extLst>
                <a:ext uri="{FF2B5EF4-FFF2-40B4-BE49-F238E27FC236}">
                  <a16:creationId xmlns:a16="http://schemas.microsoft.com/office/drawing/2014/main" id="{571C0498-7105-455E-8B0A-233F850F1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Freeform 52">
              <a:extLst>
                <a:ext uri="{FF2B5EF4-FFF2-40B4-BE49-F238E27FC236}">
                  <a16:creationId xmlns:a16="http://schemas.microsoft.com/office/drawing/2014/main" id="{F6FA78CC-C0B1-422F-B535-05580A971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53">
              <a:extLst>
                <a:ext uri="{FF2B5EF4-FFF2-40B4-BE49-F238E27FC236}">
                  <a16:creationId xmlns:a16="http://schemas.microsoft.com/office/drawing/2014/main" id="{49A1BACF-EE5E-46F8-8968-D4CF18BC0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54">
              <a:extLst>
                <a:ext uri="{FF2B5EF4-FFF2-40B4-BE49-F238E27FC236}">
                  <a16:creationId xmlns:a16="http://schemas.microsoft.com/office/drawing/2014/main" id="{0AF8DFAF-8AF7-453E-AED7-89E59FBD7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Freeform 55">
              <a:extLst>
                <a:ext uri="{FF2B5EF4-FFF2-40B4-BE49-F238E27FC236}">
                  <a16:creationId xmlns:a16="http://schemas.microsoft.com/office/drawing/2014/main" id="{F8C26D97-8DA4-4556-92E4-2AE66B36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Freeform 56">
              <a:extLst>
                <a:ext uri="{FF2B5EF4-FFF2-40B4-BE49-F238E27FC236}">
                  <a16:creationId xmlns:a16="http://schemas.microsoft.com/office/drawing/2014/main" id="{EEF9D855-A8A7-44CC-919C-BEA327F25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Freeform 57">
              <a:extLst>
                <a:ext uri="{FF2B5EF4-FFF2-40B4-BE49-F238E27FC236}">
                  <a16:creationId xmlns:a16="http://schemas.microsoft.com/office/drawing/2014/main" id="{11F0B045-803C-4067-A182-066EEB2C4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 58">
              <a:extLst>
                <a:ext uri="{FF2B5EF4-FFF2-40B4-BE49-F238E27FC236}">
                  <a16:creationId xmlns:a16="http://schemas.microsoft.com/office/drawing/2014/main" id="{3C1FCACB-EFEF-4B54-99A6-E327A637C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96A8A5D-137F-4A8A-9811-F7A867F02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76" name="Rectangle 75">
              <a:extLst>
                <a:ext uri="{FF2B5EF4-FFF2-40B4-BE49-F238E27FC236}">
                  <a16:creationId xmlns:a16="http://schemas.microsoft.com/office/drawing/2014/main" id="{6EA64E00-438F-4B4F-9366-7A7230A9A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7" name="Picture 2">
              <a:extLst>
                <a:ext uri="{FF2B5EF4-FFF2-40B4-BE49-F238E27FC236}">
                  <a16:creationId xmlns:a16="http://schemas.microsoft.com/office/drawing/2014/main" id="{59E6386A-8042-4EC7-A981-EFAC2ACB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6170" y="1122363"/>
            <a:ext cx="236717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 dirty="0"/>
              <a:t>High‑Level Architecture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52F1E8-7576-42DE-FB2B-6154F3BA60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2" b="1403"/>
          <a:stretch>
            <a:fillRect/>
          </a:stretch>
        </p:blipFill>
        <p:spPr>
          <a:xfrm>
            <a:off x="-4197" y="10"/>
            <a:ext cx="5668905" cy="6857990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0FA686C7-6B08-416F-AEF3-C20407936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80" name="Rectangle 5">
              <a:extLst>
                <a:ext uri="{FF2B5EF4-FFF2-40B4-BE49-F238E27FC236}">
                  <a16:creationId xmlns:a16="http://schemas.microsoft.com/office/drawing/2014/main" id="{2BBDDDB2-3938-4066-91BA-4907AF882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Freeform 6">
              <a:extLst>
                <a:ext uri="{FF2B5EF4-FFF2-40B4-BE49-F238E27FC236}">
                  <a16:creationId xmlns:a16="http://schemas.microsoft.com/office/drawing/2014/main" id="{D2125FCC-F305-4C4C-9CB1-14B83ADD7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Freeform 7">
              <a:extLst>
                <a:ext uri="{FF2B5EF4-FFF2-40B4-BE49-F238E27FC236}">
                  <a16:creationId xmlns:a16="http://schemas.microsoft.com/office/drawing/2014/main" id="{96643530-0EE0-4AC8-8241-ED8E26ED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Rectangle 8">
              <a:extLst>
                <a:ext uri="{FF2B5EF4-FFF2-40B4-BE49-F238E27FC236}">
                  <a16:creationId xmlns:a16="http://schemas.microsoft.com/office/drawing/2014/main" id="{A784F0C8-95D3-4D7D-8FA9-326D3DEA2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9">
              <a:extLst>
                <a:ext uri="{FF2B5EF4-FFF2-40B4-BE49-F238E27FC236}">
                  <a16:creationId xmlns:a16="http://schemas.microsoft.com/office/drawing/2014/main" id="{4D49008E-3A2F-4C2C-85EB-1D228F38E6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Freeform 10">
              <a:extLst>
                <a:ext uri="{FF2B5EF4-FFF2-40B4-BE49-F238E27FC236}">
                  <a16:creationId xmlns:a16="http://schemas.microsoft.com/office/drawing/2014/main" id="{B09CB0F8-91EE-4A04-91CD-9B9D390ED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Freeform 11">
              <a:extLst>
                <a:ext uri="{FF2B5EF4-FFF2-40B4-BE49-F238E27FC236}">
                  <a16:creationId xmlns:a16="http://schemas.microsoft.com/office/drawing/2014/main" id="{954CB039-9A52-4C07-BDB1-747876D86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Freeform 12">
              <a:extLst>
                <a:ext uri="{FF2B5EF4-FFF2-40B4-BE49-F238E27FC236}">
                  <a16:creationId xmlns:a16="http://schemas.microsoft.com/office/drawing/2014/main" id="{AD9FE313-C425-42A8-92A9-82E74C4096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13">
              <a:extLst>
                <a:ext uri="{FF2B5EF4-FFF2-40B4-BE49-F238E27FC236}">
                  <a16:creationId xmlns:a16="http://schemas.microsoft.com/office/drawing/2014/main" id="{CD506FC5-3A23-48B7-9771-7B77E6DA0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Freeform 14">
              <a:extLst>
                <a:ext uri="{FF2B5EF4-FFF2-40B4-BE49-F238E27FC236}">
                  <a16:creationId xmlns:a16="http://schemas.microsoft.com/office/drawing/2014/main" id="{6FF54CDF-21B0-46AE-B402-234E62F9D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Freeform 15">
              <a:extLst>
                <a:ext uri="{FF2B5EF4-FFF2-40B4-BE49-F238E27FC236}">
                  <a16:creationId xmlns:a16="http://schemas.microsoft.com/office/drawing/2014/main" id="{EE88784D-C24D-4FBD-AF34-85BA74966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16">
              <a:extLst>
                <a:ext uri="{FF2B5EF4-FFF2-40B4-BE49-F238E27FC236}">
                  <a16:creationId xmlns:a16="http://schemas.microsoft.com/office/drawing/2014/main" id="{F524C128-9723-4A4D-BFB5-7EBD5B24FB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17">
              <a:extLst>
                <a:ext uri="{FF2B5EF4-FFF2-40B4-BE49-F238E27FC236}">
                  <a16:creationId xmlns:a16="http://schemas.microsoft.com/office/drawing/2014/main" id="{9C742EF7-4F82-4B4A-9693-4F794B6A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18">
              <a:extLst>
                <a:ext uri="{FF2B5EF4-FFF2-40B4-BE49-F238E27FC236}">
                  <a16:creationId xmlns:a16="http://schemas.microsoft.com/office/drawing/2014/main" id="{0265747A-2114-4F0F-81B6-618FD3895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19">
              <a:extLst>
                <a:ext uri="{FF2B5EF4-FFF2-40B4-BE49-F238E27FC236}">
                  <a16:creationId xmlns:a16="http://schemas.microsoft.com/office/drawing/2014/main" id="{99E488E3-470E-4FC6-A3B0-141DF162D8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Freeform 20">
              <a:extLst>
                <a:ext uri="{FF2B5EF4-FFF2-40B4-BE49-F238E27FC236}">
                  <a16:creationId xmlns:a16="http://schemas.microsoft.com/office/drawing/2014/main" id="{612B7DC5-03F3-4B7B-9520-D66144F168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21">
              <a:extLst>
                <a:ext uri="{FF2B5EF4-FFF2-40B4-BE49-F238E27FC236}">
                  <a16:creationId xmlns:a16="http://schemas.microsoft.com/office/drawing/2014/main" id="{B2355AA2-DB69-485A-B600-E3DF02F2D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22">
              <a:extLst>
                <a:ext uri="{FF2B5EF4-FFF2-40B4-BE49-F238E27FC236}">
                  <a16:creationId xmlns:a16="http://schemas.microsoft.com/office/drawing/2014/main" id="{4DC3AC80-2B15-428E-8B1E-53312C666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23">
              <a:extLst>
                <a:ext uri="{FF2B5EF4-FFF2-40B4-BE49-F238E27FC236}">
                  <a16:creationId xmlns:a16="http://schemas.microsoft.com/office/drawing/2014/main" id="{C48F81D6-640C-4483-9773-8C7BFF461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24">
              <a:extLst>
                <a:ext uri="{FF2B5EF4-FFF2-40B4-BE49-F238E27FC236}">
                  <a16:creationId xmlns:a16="http://schemas.microsoft.com/office/drawing/2014/main" id="{C7AA2EE3-7411-4DCB-B79E-0C5C95D7C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25">
              <a:extLst>
                <a:ext uri="{FF2B5EF4-FFF2-40B4-BE49-F238E27FC236}">
                  <a16:creationId xmlns:a16="http://schemas.microsoft.com/office/drawing/2014/main" id="{8B84BFA3-B122-4CA5-8C28-79134C975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26">
              <a:extLst>
                <a:ext uri="{FF2B5EF4-FFF2-40B4-BE49-F238E27FC236}">
                  <a16:creationId xmlns:a16="http://schemas.microsoft.com/office/drawing/2014/main" id="{A7C22B06-B32B-46EB-9428-B7CA7DA1F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27">
              <a:extLst>
                <a:ext uri="{FF2B5EF4-FFF2-40B4-BE49-F238E27FC236}">
                  <a16:creationId xmlns:a16="http://schemas.microsoft.com/office/drawing/2014/main" id="{1AE1D740-5AF4-4B8F-B533-C8CD4E56E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28">
              <a:extLst>
                <a:ext uri="{FF2B5EF4-FFF2-40B4-BE49-F238E27FC236}">
                  <a16:creationId xmlns:a16="http://schemas.microsoft.com/office/drawing/2014/main" id="{555B0792-99B8-4014-AC84-7B39D2129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29">
              <a:extLst>
                <a:ext uri="{FF2B5EF4-FFF2-40B4-BE49-F238E27FC236}">
                  <a16:creationId xmlns:a16="http://schemas.microsoft.com/office/drawing/2014/main" id="{395B90B6-A4DE-4EEF-B53E-395E8D4AF3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30">
              <a:extLst>
                <a:ext uri="{FF2B5EF4-FFF2-40B4-BE49-F238E27FC236}">
                  <a16:creationId xmlns:a16="http://schemas.microsoft.com/office/drawing/2014/main" id="{A0117576-A27F-4175-BD9D-EE15C96D9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31">
              <a:extLst>
                <a:ext uri="{FF2B5EF4-FFF2-40B4-BE49-F238E27FC236}">
                  <a16:creationId xmlns:a16="http://schemas.microsoft.com/office/drawing/2014/main" id="{93C8332E-93D3-4919-A977-06EC76556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Freeform 32">
              <a:extLst>
                <a:ext uri="{FF2B5EF4-FFF2-40B4-BE49-F238E27FC236}">
                  <a16:creationId xmlns:a16="http://schemas.microsoft.com/office/drawing/2014/main" id="{B086AC0E-8130-47AC-A510-5285FAE659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Rectangle 33">
              <a:extLst>
                <a:ext uri="{FF2B5EF4-FFF2-40B4-BE49-F238E27FC236}">
                  <a16:creationId xmlns:a16="http://schemas.microsoft.com/office/drawing/2014/main" id="{DF1BC1DF-8089-49D8-9535-EAB0D7C9A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Freeform 34">
              <a:extLst>
                <a:ext uri="{FF2B5EF4-FFF2-40B4-BE49-F238E27FC236}">
                  <a16:creationId xmlns:a16="http://schemas.microsoft.com/office/drawing/2014/main" id="{97388BAE-DCB9-4B88-9CDE-6FA3304D3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35">
              <a:extLst>
                <a:ext uri="{FF2B5EF4-FFF2-40B4-BE49-F238E27FC236}">
                  <a16:creationId xmlns:a16="http://schemas.microsoft.com/office/drawing/2014/main" id="{7E059A96-E5FE-4EE1-9C6D-3AB208BF6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Freeform 36">
              <a:extLst>
                <a:ext uri="{FF2B5EF4-FFF2-40B4-BE49-F238E27FC236}">
                  <a16:creationId xmlns:a16="http://schemas.microsoft.com/office/drawing/2014/main" id="{CD6A3DCE-FBEE-41E7-A0EC-CA23A1DF3C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Freeform 37">
              <a:extLst>
                <a:ext uri="{FF2B5EF4-FFF2-40B4-BE49-F238E27FC236}">
                  <a16:creationId xmlns:a16="http://schemas.microsoft.com/office/drawing/2014/main" id="{52966C83-B07E-463F-B982-F3E074D9D1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Freeform 38">
              <a:extLst>
                <a:ext uri="{FF2B5EF4-FFF2-40B4-BE49-F238E27FC236}">
                  <a16:creationId xmlns:a16="http://schemas.microsoft.com/office/drawing/2014/main" id="{0F475B53-6578-4C68-AC7C-3BE28EA6A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Freeform 39">
              <a:extLst>
                <a:ext uri="{FF2B5EF4-FFF2-40B4-BE49-F238E27FC236}">
                  <a16:creationId xmlns:a16="http://schemas.microsoft.com/office/drawing/2014/main" id="{8475C02B-D024-4E20-9EF3-2A7E96740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Freeform 40">
              <a:extLst>
                <a:ext uri="{FF2B5EF4-FFF2-40B4-BE49-F238E27FC236}">
                  <a16:creationId xmlns:a16="http://schemas.microsoft.com/office/drawing/2014/main" id="{1F5EF5DC-7372-4549-B0A6-800F19406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 41">
              <a:extLst>
                <a:ext uri="{FF2B5EF4-FFF2-40B4-BE49-F238E27FC236}">
                  <a16:creationId xmlns:a16="http://schemas.microsoft.com/office/drawing/2014/main" id="{8B908D96-CCB2-426B-862C-2BDB2AF71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 42">
              <a:extLst>
                <a:ext uri="{FF2B5EF4-FFF2-40B4-BE49-F238E27FC236}">
                  <a16:creationId xmlns:a16="http://schemas.microsoft.com/office/drawing/2014/main" id="{26752E6D-E46B-4DA2-B280-5C696EF4F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 43">
              <a:extLst>
                <a:ext uri="{FF2B5EF4-FFF2-40B4-BE49-F238E27FC236}">
                  <a16:creationId xmlns:a16="http://schemas.microsoft.com/office/drawing/2014/main" id="{011E7A27-73CF-4E1E-8AE2-B88B96F3B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Freeform 44">
              <a:extLst>
                <a:ext uri="{FF2B5EF4-FFF2-40B4-BE49-F238E27FC236}">
                  <a16:creationId xmlns:a16="http://schemas.microsoft.com/office/drawing/2014/main" id="{1DBE1EE2-4667-4A45-80F7-217D3B6FA7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Rectangle 45">
              <a:extLst>
                <a:ext uri="{FF2B5EF4-FFF2-40B4-BE49-F238E27FC236}">
                  <a16:creationId xmlns:a16="http://schemas.microsoft.com/office/drawing/2014/main" id="{A48239BC-3712-4110-AE92-4AC892603D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1" name="Freeform 46">
              <a:extLst>
                <a:ext uri="{FF2B5EF4-FFF2-40B4-BE49-F238E27FC236}">
                  <a16:creationId xmlns:a16="http://schemas.microsoft.com/office/drawing/2014/main" id="{14B6D739-1C93-4350-BC14-ED88C6341B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" name="Freeform 47">
              <a:extLst>
                <a:ext uri="{FF2B5EF4-FFF2-40B4-BE49-F238E27FC236}">
                  <a16:creationId xmlns:a16="http://schemas.microsoft.com/office/drawing/2014/main" id="{2F73DF89-CB95-4798-90CA-B7A1DF2D3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" name="Freeform 48">
              <a:extLst>
                <a:ext uri="{FF2B5EF4-FFF2-40B4-BE49-F238E27FC236}">
                  <a16:creationId xmlns:a16="http://schemas.microsoft.com/office/drawing/2014/main" id="{1DA7D977-8D60-47B5-8071-30A6FA0C9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4" name="Freeform 49">
              <a:extLst>
                <a:ext uri="{FF2B5EF4-FFF2-40B4-BE49-F238E27FC236}">
                  <a16:creationId xmlns:a16="http://schemas.microsoft.com/office/drawing/2014/main" id="{4A241594-4FC5-4570-94B2-724F248A6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5" name="Freeform 50">
              <a:extLst>
                <a:ext uri="{FF2B5EF4-FFF2-40B4-BE49-F238E27FC236}">
                  <a16:creationId xmlns:a16="http://schemas.microsoft.com/office/drawing/2014/main" id="{9D31F634-1A34-473E-A0FA-D06EB57D9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6" name="Freeform 51">
              <a:extLst>
                <a:ext uri="{FF2B5EF4-FFF2-40B4-BE49-F238E27FC236}">
                  <a16:creationId xmlns:a16="http://schemas.microsoft.com/office/drawing/2014/main" id="{CE20C679-7385-48FF-BBE5-5BA7C0E700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7" name="Freeform 52">
              <a:extLst>
                <a:ext uri="{FF2B5EF4-FFF2-40B4-BE49-F238E27FC236}">
                  <a16:creationId xmlns:a16="http://schemas.microsoft.com/office/drawing/2014/main" id="{ADF9CA3B-265F-4927-BA79-0A676AF3F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8" name="Freeform 53">
              <a:extLst>
                <a:ext uri="{FF2B5EF4-FFF2-40B4-BE49-F238E27FC236}">
                  <a16:creationId xmlns:a16="http://schemas.microsoft.com/office/drawing/2014/main" id="{B138D01D-340C-4DB0-A0E1-D54B9319D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9" name="Freeform 54">
              <a:extLst>
                <a:ext uri="{FF2B5EF4-FFF2-40B4-BE49-F238E27FC236}">
                  <a16:creationId xmlns:a16="http://schemas.microsoft.com/office/drawing/2014/main" id="{B56918B0-069B-4C98-995E-4D6B0B176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0" name="Freeform 55">
              <a:extLst>
                <a:ext uri="{FF2B5EF4-FFF2-40B4-BE49-F238E27FC236}">
                  <a16:creationId xmlns:a16="http://schemas.microsoft.com/office/drawing/2014/main" id="{2BD45940-09B7-4CD3-90E7-0EA2CF6A0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1" name="Freeform 56">
              <a:extLst>
                <a:ext uri="{FF2B5EF4-FFF2-40B4-BE49-F238E27FC236}">
                  <a16:creationId xmlns:a16="http://schemas.microsoft.com/office/drawing/2014/main" id="{347A8664-7179-419E-A26E-825076291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2" name="Freeform 57">
              <a:extLst>
                <a:ext uri="{FF2B5EF4-FFF2-40B4-BE49-F238E27FC236}">
                  <a16:creationId xmlns:a16="http://schemas.microsoft.com/office/drawing/2014/main" id="{B7350394-4D50-4E2E-8AF2-F4A52E734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3" name="Freeform 58">
              <a:extLst>
                <a:ext uri="{FF2B5EF4-FFF2-40B4-BE49-F238E27FC236}">
                  <a16:creationId xmlns:a16="http://schemas.microsoft.com/office/drawing/2014/main" id="{6B464294-4049-4542-A83E-22B8CC633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C78E281-F596-4ECB-979A-89D89452A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36" name="Freeform 32">
              <a:extLst>
                <a:ext uri="{FF2B5EF4-FFF2-40B4-BE49-F238E27FC236}">
                  <a16:creationId xmlns:a16="http://schemas.microsoft.com/office/drawing/2014/main" id="{C20E68C0-5C9E-4DA6-83AD-0EC3179BB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7" name="Freeform 33">
              <a:extLst>
                <a:ext uri="{FF2B5EF4-FFF2-40B4-BE49-F238E27FC236}">
                  <a16:creationId xmlns:a16="http://schemas.microsoft.com/office/drawing/2014/main" id="{80C08ED9-C9F6-4168-816A-F5C5F3AF5A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8" name="Freeform 34">
              <a:extLst>
                <a:ext uri="{FF2B5EF4-FFF2-40B4-BE49-F238E27FC236}">
                  <a16:creationId xmlns:a16="http://schemas.microsoft.com/office/drawing/2014/main" id="{0A83E4BF-890D-4E0A-A720-48088D422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9" name="Freeform 35">
              <a:extLst>
                <a:ext uri="{FF2B5EF4-FFF2-40B4-BE49-F238E27FC236}">
                  <a16:creationId xmlns:a16="http://schemas.microsoft.com/office/drawing/2014/main" id="{996F9B33-C769-451E-9044-EA85C625CA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0" name="Freeform 36">
              <a:extLst>
                <a:ext uri="{FF2B5EF4-FFF2-40B4-BE49-F238E27FC236}">
                  <a16:creationId xmlns:a16="http://schemas.microsoft.com/office/drawing/2014/main" id="{F91D6EA2-C024-4E53-A81E-A50907517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1" name="Freeform 37">
              <a:extLst>
                <a:ext uri="{FF2B5EF4-FFF2-40B4-BE49-F238E27FC236}">
                  <a16:creationId xmlns:a16="http://schemas.microsoft.com/office/drawing/2014/main" id="{233F8C4E-A946-462B-9703-971ABD45D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2" name="Freeform 38">
              <a:extLst>
                <a:ext uri="{FF2B5EF4-FFF2-40B4-BE49-F238E27FC236}">
                  <a16:creationId xmlns:a16="http://schemas.microsoft.com/office/drawing/2014/main" id="{06059614-A557-45C6-B625-488D41C394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3" name="Freeform 39">
              <a:extLst>
                <a:ext uri="{FF2B5EF4-FFF2-40B4-BE49-F238E27FC236}">
                  <a16:creationId xmlns:a16="http://schemas.microsoft.com/office/drawing/2014/main" id="{26BCD22B-880F-40F8-88AC-CD9285348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4" name="Freeform 40">
              <a:extLst>
                <a:ext uri="{FF2B5EF4-FFF2-40B4-BE49-F238E27FC236}">
                  <a16:creationId xmlns:a16="http://schemas.microsoft.com/office/drawing/2014/main" id="{52324B00-0190-4453-9F81-F0E913800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5" name="Rectangle 41">
              <a:extLst>
                <a:ext uri="{FF2B5EF4-FFF2-40B4-BE49-F238E27FC236}">
                  <a16:creationId xmlns:a16="http://schemas.microsoft.com/office/drawing/2014/main" id="{33BE57C0-F93F-4C88-B489-0BFA90D01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5309" y="618517"/>
            <a:ext cx="2918691" cy="3694865"/>
          </a:xfrm>
        </p:spPr>
        <p:txBody>
          <a:bodyPr/>
          <a:lstStyle/>
          <a:p>
            <a:r>
              <a:rPr lang="en-IN" dirty="0"/>
              <a:t>End-to-End Application Workflow</a:t>
            </a:r>
            <a:endParaRPr dirty="0"/>
          </a:p>
        </p:txBody>
      </p:sp>
      <p:sp>
        <p:nvSpPr>
          <p:cNvPr id="25" name="Arrow: Curved Left 24">
            <a:extLst>
              <a:ext uri="{FF2B5EF4-FFF2-40B4-BE49-F238E27FC236}">
                <a16:creationId xmlns:a16="http://schemas.microsoft.com/office/drawing/2014/main" id="{0AF6E33D-5382-5B35-26C6-FEBD7EC29288}"/>
              </a:ext>
            </a:extLst>
          </p:cNvPr>
          <p:cNvSpPr/>
          <p:nvPr/>
        </p:nvSpPr>
        <p:spPr>
          <a:xfrm flipH="1" flipV="1">
            <a:off x="2378539" y="5227782"/>
            <a:ext cx="784735" cy="1440664"/>
          </a:xfrm>
          <a:prstGeom prst="curvedLeftArrow">
            <a:avLst>
              <a:gd name="adj1" fmla="val 42818"/>
              <a:gd name="adj2" fmla="val 50000"/>
              <a:gd name="adj3" fmla="val 85923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6E3098C-023C-6B51-1DF7-A0DA764A4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3898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56C88C-67EC-B8B8-58B8-33C678CED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48" y="1191491"/>
            <a:ext cx="8641734" cy="53478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08C58E-93EC-B4F6-B488-883F0DA2E125}"/>
              </a:ext>
            </a:extLst>
          </p:cNvPr>
          <p:cNvSpPr txBox="1"/>
          <p:nvPr/>
        </p:nvSpPr>
        <p:spPr>
          <a:xfrm>
            <a:off x="2382982" y="323210"/>
            <a:ext cx="5015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Backend Architecture &amp; Data Flow</a:t>
            </a:r>
          </a:p>
        </p:txBody>
      </p:sp>
    </p:spTree>
    <p:extLst>
      <p:ext uri="{BB962C8B-B14F-4D97-AF65-F5344CB8AC3E}">
        <p14:creationId xmlns:p14="http://schemas.microsoft.com/office/powerpoint/2010/main" val="313052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Extraction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The Extraction Agent derives:</a:t>
            </a:r>
          </a:p>
          <a:p>
            <a:r>
              <a:rPr dirty="0"/>
              <a:t> JOBNAME</a:t>
            </a:r>
          </a:p>
          <a:p>
            <a:r>
              <a:rPr dirty="0"/>
              <a:t> JOBID</a:t>
            </a:r>
          </a:p>
          <a:p>
            <a:r>
              <a:rPr dirty="0"/>
              <a:t> STATUS (ABEND if error present)</a:t>
            </a:r>
          </a:p>
          <a:p>
            <a:r>
              <a:rPr dirty="0"/>
              <a:t> RETURN CODE</a:t>
            </a:r>
          </a:p>
          <a:p>
            <a:r>
              <a:rPr dirty="0"/>
              <a:t> STEP NAME</a:t>
            </a:r>
          </a:p>
          <a:p>
            <a:r>
              <a:rPr dirty="0"/>
              <a:t> ERROR MESSAGE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Human‑in‑the‑Loop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After extraction, system prompts:</a:t>
            </a:r>
          </a:p>
          <a:p>
            <a:r>
              <a:rPr dirty="0"/>
              <a:t>‘Would you like resolution guidance?’</a:t>
            </a:r>
          </a:p>
          <a:p>
            <a:endParaRPr dirty="0"/>
          </a:p>
          <a:p>
            <a:r>
              <a:rPr dirty="0"/>
              <a:t> Prevents blind automation</a:t>
            </a:r>
          </a:p>
          <a:p>
            <a:r>
              <a:rPr dirty="0"/>
              <a:t>Maintains compliance and trust</a:t>
            </a:r>
          </a:p>
          <a:p>
            <a:r>
              <a:rPr dirty="0"/>
              <a:t> Enables human override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Resolution &amp; Visual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Error code details</a:t>
            </a:r>
          </a:p>
          <a:p>
            <a:r>
              <a:rPr lang="en-IN" dirty="0"/>
              <a:t>Common causes</a:t>
            </a:r>
            <a:endParaRPr dirty="0"/>
          </a:p>
          <a:p>
            <a:r>
              <a:rPr dirty="0"/>
              <a:t> </a:t>
            </a:r>
            <a:r>
              <a:rPr lang="en-IN" dirty="0"/>
              <a:t>Resolution steps</a:t>
            </a:r>
            <a:endParaRPr dirty="0"/>
          </a:p>
          <a:p>
            <a:r>
              <a:rPr dirty="0"/>
              <a:t> </a:t>
            </a:r>
            <a:r>
              <a:rPr lang="en-IN" dirty="0"/>
              <a:t>Prevention tips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DF09C-9AAC-844C-E00D-C3780531E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618517"/>
            <a:ext cx="7429499" cy="5191156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highlight>
                  <a:srgbClr val="008080"/>
                </a:highlight>
              </a:rPr>
              <a:t>Let’s Walk Through the</a:t>
            </a:r>
            <a:br>
              <a:rPr lang="en-US" sz="4400" dirty="0">
                <a:highlight>
                  <a:srgbClr val="008080"/>
                </a:highlight>
              </a:rPr>
            </a:br>
            <a:r>
              <a:rPr lang="en-US" sz="4400" dirty="0">
                <a:highlight>
                  <a:srgbClr val="008080"/>
                </a:highlight>
              </a:rPr>
              <a:t> Application in Action</a:t>
            </a:r>
            <a:endParaRPr lang="en-IN" sz="4400" dirty="0">
              <a:highlight>
                <a:srgbClr val="0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0798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139</TotalTime>
  <Words>211</Words>
  <Application>Microsoft Office PowerPoint</Application>
  <PresentationFormat>On-screen Show (4:3)</PresentationFormat>
  <Paragraphs>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Tw Cen MT</vt:lpstr>
      <vt:lpstr>Circuit</vt:lpstr>
      <vt:lpstr>Agentic AI for Mainframe Log Analysis</vt:lpstr>
      <vt:lpstr>Problem Statement</vt:lpstr>
      <vt:lpstr>               Prototype - 1</vt:lpstr>
      <vt:lpstr>                 Prototype - 2</vt:lpstr>
      <vt:lpstr>PowerPoint Presentation</vt:lpstr>
      <vt:lpstr>Solution Overview</vt:lpstr>
      <vt:lpstr>Core Agentic Principles</vt:lpstr>
      <vt:lpstr>High‑Level Architecture</vt:lpstr>
      <vt:lpstr>End-to-End Application Workflow</vt:lpstr>
      <vt:lpstr>PowerPoint Presentation</vt:lpstr>
      <vt:lpstr>Structured Extraction Output</vt:lpstr>
      <vt:lpstr>Human‑in‑the‑Loop Control</vt:lpstr>
      <vt:lpstr>Resolution &amp; Visual Explainability</vt:lpstr>
      <vt:lpstr>Let’s Walk Through the  Application in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Samridhi Joshi</dc:creator>
  <cp:keywords/>
  <dc:description>generated using python-pptx</dc:description>
  <cp:lastModifiedBy>Samridhi Joshi</cp:lastModifiedBy>
  <cp:revision>5</cp:revision>
  <dcterms:created xsi:type="dcterms:W3CDTF">2013-01-27T09:14:16Z</dcterms:created>
  <dcterms:modified xsi:type="dcterms:W3CDTF">2026-04-21T12:52:41Z</dcterms:modified>
  <cp:category/>
</cp:coreProperties>
</file>